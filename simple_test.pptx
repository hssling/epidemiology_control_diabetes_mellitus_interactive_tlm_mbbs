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Enhanced Diabetes PPTX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Success!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